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11/9/2019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0090" y="535978"/>
            <a:ext cx="7766936" cy="1646302"/>
          </a:xfrm>
        </p:spPr>
        <p:txBody>
          <a:bodyPr/>
          <a:lstStyle/>
          <a:p>
            <a:r>
              <a:rPr lang="en-US" u="sng" dirty="0" smtClean="0"/>
              <a:t>Financial Implication of the village</a:t>
            </a:r>
            <a:endParaRPr lang="en-IN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981304" y="1153318"/>
            <a:ext cx="3510854" cy="630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089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5773" y="721359"/>
            <a:ext cx="8596668" cy="1320800"/>
          </a:xfrm>
        </p:spPr>
        <p:txBody>
          <a:bodyPr/>
          <a:lstStyle/>
          <a:p>
            <a:r>
              <a:rPr lang="en-US" u="sng" dirty="0" smtClean="0"/>
              <a:t>Making India socialist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773" y="1969757"/>
            <a:ext cx="8596668" cy="3880773"/>
          </a:xfrm>
        </p:spPr>
        <p:txBody>
          <a:bodyPr/>
          <a:lstStyle/>
          <a:p>
            <a:r>
              <a:rPr lang="en-US" dirty="0" smtClean="0"/>
              <a:t>Fairly equal distribution </a:t>
            </a:r>
            <a:r>
              <a:rPr lang="en-US" smtClean="0"/>
              <a:t>of </a:t>
            </a:r>
            <a:r>
              <a:rPr lang="en-US" smtClean="0"/>
              <a:t>wealth</a:t>
            </a:r>
            <a:endParaRPr lang="en-US" dirty="0" smtClean="0"/>
          </a:p>
          <a:p>
            <a:r>
              <a:rPr lang="en-US" dirty="0" smtClean="0"/>
              <a:t>Stable Prolonged crop production</a:t>
            </a:r>
          </a:p>
          <a:p>
            <a:r>
              <a:rPr lang="en-US" dirty="0" smtClean="0"/>
              <a:t>Raising income of poor farmers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221" y="276085"/>
            <a:ext cx="3097220" cy="495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857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431" y="394915"/>
            <a:ext cx="8596668" cy="1320800"/>
          </a:xfrm>
        </p:spPr>
        <p:txBody>
          <a:bodyPr/>
          <a:lstStyle/>
          <a:p>
            <a:r>
              <a:rPr lang="en-US" u="sng" dirty="0" smtClean="0"/>
              <a:t>Implement Newer Technologies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918" y="1484728"/>
            <a:ext cx="8596668" cy="3880773"/>
          </a:xfrm>
        </p:spPr>
        <p:txBody>
          <a:bodyPr/>
          <a:lstStyle/>
          <a:p>
            <a:r>
              <a:rPr lang="en-US" dirty="0" smtClean="0"/>
              <a:t>Added Monetary Benefit leads us to buy more sophisticated gadgets</a:t>
            </a:r>
          </a:p>
          <a:p>
            <a:r>
              <a:rPr lang="en-US" dirty="0" smtClean="0"/>
              <a:t>Raise economic standards and living health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397" y="2546101"/>
            <a:ext cx="5985857" cy="370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043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0701" y="402866"/>
            <a:ext cx="8596668" cy="1320800"/>
          </a:xfrm>
        </p:spPr>
        <p:txBody>
          <a:bodyPr/>
          <a:lstStyle/>
          <a:p>
            <a:r>
              <a:rPr lang="en-US" u="sng" dirty="0" smtClean="0"/>
              <a:t>Raise Overall Profit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821" y="1381362"/>
            <a:ext cx="8596668" cy="3880773"/>
          </a:xfrm>
        </p:spPr>
        <p:txBody>
          <a:bodyPr/>
          <a:lstStyle/>
          <a:p>
            <a:r>
              <a:rPr lang="en-US" dirty="0" smtClean="0"/>
              <a:t>Increased agriculture increases the value of money</a:t>
            </a:r>
          </a:p>
          <a:p>
            <a:r>
              <a:rPr lang="en-US" dirty="0" smtClean="0"/>
              <a:t>Inflammation goes down which reduces cost</a:t>
            </a:r>
          </a:p>
          <a:p>
            <a:r>
              <a:rPr lang="en-US" dirty="0" smtClean="0"/>
              <a:t>Poor farmers can educate themselves with the money earned which fights the problem at the very root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192" y="3167104"/>
            <a:ext cx="5707380" cy="313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879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</TotalTime>
  <Words>75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Facet</vt:lpstr>
      <vt:lpstr>Financial Implication of the village</vt:lpstr>
      <vt:lpstr>Making India socialist</vt:lpstr>
      <vt:lpstr>Implement Newer Technologies</vt:lpstr>
      <vt:lpstr>Raise Overall Profit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</dc:title>
  <dc:creator>DELL</dc:creator>
  <cp:lastModifiedBy>DELL</cp:lastModifiedBy>
  <cp:revision>5</cp:revision>
  <dcterms:created xsi:type="dcterms:W3CDTF">2019-11-09T05:28:56Z</dcterms:created>
  <dcterms:modified xsi:type="dcterms:W3CDTF">2019-11-09T06:12:54Z</dcterms:modified>
</cp:coreProperties>
</file>